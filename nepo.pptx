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grandir" panose="020B0604020202020204" charset="0"/>
      <p:regular r:id="rId17"/>
    </p:embeddedFont>
    <p:embeddedFont>
      <p:font typeface="Agrandir Bold" panose="020B0604020202020204" charset="0"/>
      <p:regular r:id="rId18"/>
    </p:embeddedFont>
    <p:embeddedFont>
      <p:font typeface="Canva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gif"/><Relationship Id="rId4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502509" y="2360782"/>
            <a:ext cx="9698553" cy="5384223"/>
            <a:chOff x="0" y="-175461"/>
            <a:chExt cx="12931404" cy="717896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75461"/>
              <a:ext cx="12931404" cy="5820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788"/>
                </a:lnSpc>
              </a:pPr>
              <a:r>
                <a:rPr lang="en-US" sz="9808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ARIA Productivity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907135"/>
              <a:ext cx="12931404" cy="1096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20"/>
                </a:lnSpc>
                <a:spcBef>
                  <a:spcPct val="0"/>
                </a:spcBef>
              </a:pPr>
              <a:r>
                <a:rPr lang="en-US" sz="2371" b="1" dirty="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By :- Vadher Dhruvil</a:t>
              </a:r>
              <a:br>
                <a:rPr lang="en-US" sz="2371" b="1" dirty="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</a:br>
              <a:r>
                <a:rPr lang="en-US" sz="2371" b="1" dirty="0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Roll no: 2302106060</a:t>
              </a: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41996" y="2311217"/>
            <a:ext cx="17804007" cy="817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ARIA stands for Advanced Responsive Intelligence Agent</a:t>
            </a:r>
          </a:p>
          <a:p>
            <a:pPr algn="l">
              <a:lnSpc>
                <a:spcPts val="4949"/>
              </a:lnSpc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It is a Python-based productivity application</a:t>
            </a:r>
          </a:p>
          <a:p>
            <a:pPr algn="l">
              <a:lnSpc>
                <a:spcPts val="4949"/>
              </a:lnSpc>
            </a:pPr>
            <a:endParaRPr lang="en-US" sz="41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949"/>
              </a:lnSpc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 Helps users manage:</a:t>
            </a:r>
          </a:p>
          <a:p>
            <a:pPr marL="890552" lvl="1" indent="-445276" algn="l">
              <a:lnSpc>
                <a:spcPts val="4949"/>
              </a:lnSpc>
              <a:buFont typeface="Arial"/>
              <a:buChar char="•"/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Tasks</a:t>
            </a:r>
          </a:p>
          <a:p>
            <a:pPr marL="890552" lvl="1" indent="-445276" algn="l">
              <a:lnSpc>
                <a:spcPts val="4949"/>
              </a:lnSpc>
              <a:buFont typeface="Arial"/>
              <a:buChar char="•"/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Time</a:t>
            </a:r>
          </a:p>
          <a:p>
            <a:pPr marL="890552" lvl="1" indent="-445276" algn="l">
              <a:lnSpc>
                <a:spcPts val="4949"/>
              </a:lnSpc>
              <a:buFont typeface="Arial"/>
              <a:buChar char="•"/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Habits</a:t>
            </a:r>
          </a:p>
          <a:p>
            <a:pPr marL="890552" lvl="1" indent="-445276" algn="l">
              <a:lnSpc>
                <a:spcPts val="4949"/>
              </a:lnSpc>
              <a:buFont typeface="Arial"/>
              <a:buChar char="•"/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Focus</a:t>
            </a:r>
          </a:p>
          <a:p>
            <a:pPr algn="l">
              <a:lnSpc>
                <a:spcPts val="4949"/>
              </a:lnSpc>
            </a:pPr>
            <a:endParaRPr lang="en-US" sz="41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949"/>
              </a:lnSpc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Includes an AI chatbot for guidance</a:t>
            </a:r>
          </a:p>
          <a:p>
            <a:pPr algn="l">
              <a:lnSpc>
                <a:spcPts val="4949"/>
              </a:lnSpc>
            </a:pPr>
            <a:r>
              <a:rPr lang="en-US" sz="41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 Designed to improve daily productivity and efficiency</a:t>
            </a:r>
          </a:p>
          <a:p>
            <a:pPr algn="l">
              <a:lnSpc>
                <a:spcPts val="4949"/>
              </a:lnSpc>
            </a:pPr>
            <a:endParaRPr lang="en-US" sz="41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949"/>
              </a:lnSpc>
              <a:spcBef>
                <a:spcPct val="0"/>
              </a:spcBef>
            </a:pPr>
            <a:endParaRPr lang="en-US" sz="41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24440" y="159703"/>
            <a:ext cx="758196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20645" y="2791788"/>
            <a:ext cx="6296556" cy="777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sz="456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4563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*Developed modules:</a:t>
            </a:r>
          </a:p>
          <a:p>
            <a:pPr algn="l">
              <a:lnSpc>
                <a:spcPts val="5475"/>
              </a:lnSpc>
            </a:pPr>
            <a:endParaRPr lang="en-US" sz="4563" b="1">
              <a:solidFill>
                <a:srgbClr val="2B2B2B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985170" lvl="1" indent="-492585" algn="l">
              <a:lnSpc>
                <a:spcPts val="5475"/>
              </a:lnSpc>
              <a:buFont typeface="Arial"/>
              <a:buChar char="•"/>
            </a:pPr>
            <a:r>
              <a:rPr lang="en-US" sz="456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Task Manager</a:t>
            </a:r>
          </a:p>
          <a:p>
            <a:pPr algn="l">
              <a:lnSpc>
                <a:spcPts val="5475"/>
              </a:lnSpc>
            </a:pPr>
            <a:endParaRPr lang="en-US" sz="4563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985170" lvl="1" indent="-492585" algn="l">
              <a:lnSpc>
                <a:spcPts val="5475"/>
              </a:lnSpc>
              <a:buFont typeface="Arial"/>
              <a:buChar char="•"/>
            </a:pPr>
            <a:r>
              <a:rPr lang="en-US" sz="456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Pomodoro Timer</a:t>
            </a:r>
          </a:p>
          <a:p>
            <a:pPr algn="l">
              <a:lnSpc>
                <a:spcPts val="5475"/>
              </a:lnSpc>
            </a:pPr>
            <a:endParaRPr lang="en-US" sz="4563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985170" lvl="1" indent="-492585" algn="l">
              <a:lnSpc>
                <a:spcPts val="5475"/>
              </a:lnSpc>
              <a:buFont typeface="Arial"/>
              <a:buChar char="•"/>
            </a:pPr>
            <a:r>
              <a:rPr lang="en-US" sz="456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Habit Tracker</a:t>
            </a:r>
          </a:p>
          <a:p>
            <a:pPr algn="l">
              <a:lnSpc>
                <a:spcPts val="5475"/>
              </a:lnSpc>
            </a:pPr>
            <a:endParaRPr lang="en-US" sz="4563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985170" lvl="1" indent="-492585" algn="l">
              <a:lnSpc>
                <a:spcPts val="5475"/>
              </a:lnSpc>
              <a:buFont typeface="Arial"/>
              <a:buChar char="•"/>
            </a:pPr>
            <a:r>
              <a:rPr lang="en-US" sz="456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AI Chatbot</a:t>
            </a:r>
          </a:p>
          <a:p>
            <a:pPr algn="l">
              <a:lnSpc>
                <a:spcPts val="5475"/>
              </a:lnSpc>
            </a:pPr>
            <a:endParaRPr lang="en-US" sz="4563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5475"/>
              </a:lnSpc>
              <a:spcBef>
                <a:spcPct val="0"/>
              </a:spcBef>
            </a:pPr>
            <a:endParaRPr lang="en-US" sz="4563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80372" y="159703"/>
            <a:ext cx="9621428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 performed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3154885"/>
            <a:ext cx="7717804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7541" lvl="1" indent="-603771" algn="l">
              <a:lnSpc>
                <a:spcPts val="6711"/>
              </a:lnSpc>
              <a:buFont typeface="Arial"/>
              <a:buChar char="•"/>
            </a:pPr>
            <a:r>
              <a:rPr lang="en-US" sz="5593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Designed UI using</a:t>
            </a:r>
            <a:r>
              <a:rPr lang="en-US" sz="55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CustomTkinter</a:t>
            </a:r>
          </a:p>
          <a:p>
            <a:pPr algn="l">
              <a:lnSpc>
                <a:spcPts val="6711"/>
              </a:lnSpc>
            </a:pPr>
            <a:endParaRPr lang="en-US" sz="5593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6711"/>
              </a:lnSpc>
            </a:pPr>
            <a:r>
              <a:rPr lang="en-US" sz="55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</a:t>
            </a:r>
            <a:r>
              <a:rPr lang="en-US" sz="5593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*</a:t>
            </a:r>
            <a:r>
              <a:rPr lang="en-US" sz="55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5593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Implemented:</a:t>
            </a:r>
          </a:p>
          <a:p>
            <a:pPr marL="1207541" lvl="1" indent="-603771" algn="l">
              <a:lnSpc>
                <a:spcPts val="6711"/>
              </a:lnSpc>
              <a:buFont typeface="Arial"/>
              <a:buChar char="•"/>
            </a:pPr>
            <a:r>
              <a:rPr lang="en-US" sz="55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CRUD operations</a:t>
            </a:r>
          </a:p>
          <a:p>
            <a:pPr marL="1207541" lvl="1" indent="-603771" algn="l">
              <a:lnSpc>
                <a:spcPts val="6711"/>
              </a:lnSpc>
              <a:buFont typeface="Arial"/>
              <a:buChar char="•"/>
            </a:pPr>
            <a:r>
              <a:rPr lang="en-US" sz="5593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Real-time updates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8657438" y="2082617"/>
            <a:ext cx="0" cy="17043444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41996" y="2378452"/>
            <a:ext cx="17804007" cy="823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   A multi-functional productivity system combining:</a:t>
            </a:r>
          </a:p>
          <a:p>
            <a:pPr algn="just">
              <a:lnSpc>
                <a:spcPts val="4589"/>
              </a:lnSpc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Task Manager with Pomodoro</a:t>
            </a:r>
          </a:p>
          <a:p>
            <a:pPr algn="just">
              <a:lnSpc>
                <a:spcPts val="4589"/>
              </a:lnSpc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Productivity Scoring System</a:t>
            </a:r>
          </a:p>
          <a:p>
            <a:pPr algn="just">
              <a:lnSpc>
                <a:spcPts val="4589"/>
              </a:lnSpc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AI-based Coaching Assistant</a:t>
            </a:r>
          </a:p>
          <a:p>
            <a:pPr algn="just">
              <a:lnSpc>
                <a:spcPts val="4589"/>
              </a:lnSpc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local Chatbot for user interaction</a:t>
            </a:r>
          </a:p>
          <a:p>
            <a:pPr algn="just">
              <a:lnSpc>
                <a:spcPts val="4589"/>
              </a:lnSpc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Location-based relaxation suggestions</a:t>
            </a:r>
          </a:p>
          <a:p>
            <a:pPr algn="just">
              <a:lnSpc>
                <a:spcPts val="4589"/>
              </a:lnSpc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 dirty="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Focused on improving both efficiency and user well-being</a:t>
            </a:r>
          </a:p>
          <a:p>
            <a:pPr algn="just">
              <a:lnSpc>
                <a:spcPts val="4589"/>
              </a:lnSpc>
              <a:spcBef>
                <a:spcPct val="0"/>
              </a:spcBef>
            </a:pPr>
            <a:endParaRPr lang="en-US" sz="3824" dirty="0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259699" y="159703"/>
            <a:ext cx="1082790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362283" y="2435042"/>
            <a:ext cx="13563435" cy="7629432"/>
          </a:xfrm>
          <a:custGeom>
            <a:avLst/>
            <a:gdLst/>
            <a:ahLst/>
            <a:cxnLst/>
            <a:rect l="l" t="t" r="r" b="b"/>
            <a:pathLst>
              <a:path w="13563435" h="7629432">
                <a:moveTo>
                  <a:pt x="0" y="0"/>
                </a:moveTo>
                <a:lnTo>
                  <a:pt x="13563434" y="0"/>
                </a:lnTo>
                <a:lnTo>
                  <a:pt x="13563434" y="7629432"/>
                </a:lnTo>
                <a:lnTo>
                  <a:pt x="0" y="7629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647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323469" y="2435042"/>
            <a:ext cx="13641062" cy="7673097"/>
          </a:xfrm>
          <a:custGeom>
            <a:avLst/>
            <a:gdLst/>
            <a:ahLst/>
            <a:cxnLst/>
            <a:rect l="l" t="t" r="r" b="b"/>
            <a:pathLst>
              <a:path w="13641062" h="7673097">
                <a:moveTo>
                  <a:pt x="0" y="0"/>
                </a:moveTo>
                <a:lnTo>
                  <a:pt x="13641062" y="0"/>
                </a:lnTo>
                <a:lnTo>
                  <a:pt x="13641062" y="7673097"/>
                </a:lnTo>
                <a:lnTo>
                  <a:pt x="0" y="7673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8759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227632" y="2247200"/>
            <a:ext cx="13832737" cy="7780914"/>
          </a:xfrm>
          <a:custGeom>
            <a:avLst/>
            <a:gdLst/>
            <a:ahLst/>
            <a:cxnLst/>
            <a:rect l="l" t="t" r="r" b="b"/>
            <a:pathLst>
              <a:path w="13832737" h="7780914">
                <a:moveTo>
                  <a:pt x="0" y="0"/>
                </a:moveTo>
                <a:lnTo>
                  <a:pt x="13832736" y="0"/>
                </a:lnTo>
                <a:lnTo>
                  <a:pt x="13832736" y="7780914"/>
                </a:lnTo>
                <a:lnTo>
                  <a:pt x="0" y="7780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5711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505983" y="2299256"/>
            <a:ext cx="13276034" cy="7467769"/>
          </a:xfrm>
          <a:custGeom>
            <a:avLst/>
            <a:gdLst/>
            <a:ahLst/>
            <a:cxnLst/>
            <a:rect l="l" t="t" r="r" b="b"/>
            <a:pathLst>
              <a:path w="13276034" h="7467769">
                <a:moveTo>
                  <a:pt x="0" y="0"/>
                </a:moveTo>
                <a:lnTo>
                  <a:pt x="13276034" y="0"/>
                </a:lnTo>
                <a:lnTo>
                  <a:pt x="13276034" y="7467769"/>
                </a:lnTo>
                <a:lnTo>
                  <a:pt x="0" y="7467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266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261035" y="2299256"/>
            <a:ext cx="13765929" cy="7743335"/>
          </a:xfrm>
          <a:custGeom>
            <a:avLst/>
            <a:gdLst/>
            <a:ahLst/>
            <a:cxnLst/>
            <a:rect l="l" t="t" r="r" b="b"/>
            <a:pathLst>
              <a:path w="13765929" h="7743335">
                <a:moveTo>
                  <a:pt x="0" y="0"/>
                </a:moveTo>
                <a:lnTo>
                  <a:pt x="13765930" y="0"/>
                </a:lnTo>
                <a:lnTo>
                  <a:pt x="13765930" y="7743335"/>
                </a:lnTo>
                <a:lnTo>
                  <a:pt x="0" y="7743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266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456153" y="2435042"/>
            <a:ext cx="13778773" cy="7767783"/>
          </a:xfrm>
          <a:custGeom>
            <a:avLst/>
            <a:gdLst/>
            <a:ahLst/>
            <a:cxnLst/>
            <a:rect l="l" t="t" r="r" b="b"/>
            <a:pathLst>
              <a:path w="13778773" h="7767783">
                <a:moveTo>
                  <a:pt x="0" y="0"/>
                </a:moveTo>
                <a:lnTo>
                  <a:pt x="13778774" y="0"/>
                </a:lnTo>
                <a:lnTo>
                  <a:pt x="13778774" y="7767783"/>
                </a:lnTo>
                <a:lnTo>
                  <a:pt x="0" y="7767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7235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193567" y="2224982"/>
            <a:ext cx="13442036" cy="7561145"/>
          </a:xfrm>
          <a:custGeom>
            <a:avLst/>
            <a:gdLst/>
            <a:ahLst/>
            <a:cxnLst/>
            <a:rect l="l" t="t" r="r" b="b"/>
            <a:pathLst>
              <a:path w="13442036" h="7561145">
                <a:moveTo>
                  <a:pt x="0" y="0"/>
                </a:moveTo>
                <a:lnTo>
                  <a:pt x="13442036" y="0"/>
                </a:lnTo>
                <a:lnTo>
                  <a:pt x="13442036" y="7561145"/>
                </a:lnTo>
                <a:lnTo>
                  <a:pt x="0" y="7561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4949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047464" y="2288551"/>
            <a:ext cx="14193072" cy="7823931"/>
          </a:xfrm>
          <a:custGeom>
            <a:avLst/>
            <a:gdLst/>
            <a:ahLst/>
            <a:cxnLst/>
            <a:rect l="l" t="t" r="r" b="b"/>
            <a:pathLst>
              <a:path w="14193072" h="7823931">
                <a:moveTo>
                  <a:pt x="0" y="0"/>
                </a:moveTo>
                <a:lnTo>
                  <a:pt x="14193072" y="0"/>
                </a:lnTo>
                <a:lnTo>
                  <a:pt x="14193072" y="7823931"/>
                </a:lnTo>
                <a:lnTo>
                  <a:pt x="0" y="7823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1474" y="159703"/>
            <a:ext cx="7266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41996" y="3121197"/>
            <a:ext cx="17804007" cy="591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38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Learning Outcomes</a:t>
            </a:r>
          </a:p>
          <a:p>
            <a:pPr algn="just">
              <a:lnSpc>
                <a:spcPts val="4589"/>
              </a:lnSpc>
            </a:pPr>
            <a:endParaRPr lang="en-US" sz="38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Gained practical experience in development using Python</a:t>
            </a:r>
          </a:p>
          <a:p>
            <a:pPr algn="just">
              <a:lnSpc>
                <a:spcPts val="4589"/>
              </a:lnSpc>
            </a:pPr>
            <a:endParaRPr lang="en-US" sz="38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Understood UI and Color logic</a:t>
            </a:r>
          </a:p>
          <a:p>
            <a:pPr algn="just">
              <a:lnSpc>
                <a:spcPts val="4589"/>
              </a:lnSpc>
            </a:pPr>
            <a:endParaRPr lang="en-US" sz="38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Understood Python Library for better performance</a:t>
            </a:r>
          </a:p>
          <a:p>
            <a:pPr algn="just">
              <a:lnSpc>
                <a:spcPts val="4589"/>
              </a:lnSpc>
            </a:pPr>
            <a:endParaRPr lang="en-US" sz="38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5783" lvl="1" indent="-412892" algn="just">
              <a:lnSpc>
                <a:spcPts val="4589"/>
              </a:lnSpc>
              <a:buFont typeface="Arial"/>
              <a:buChar char="•"/>
            </a:pPr>
            <a:r>
              <a:rPr lang="en-US" sz="3824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Improved problem-solving and debugging skills</a:t>
            </a:r>
          </a:p>
          <a:p>
            <a:pPr algn="just">
              <a:lnSpc>
                <a:spcPts val="4589"/>
              </a:lnSpc>
              <a:spcBef>
                <a:spcPct val="0"/>
              </a:spcBef>
            </a:pPr>
            <a:endParaRPr lang="en-US" sz="3824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88782" y="159703"/>
            <a:ext cx="1180361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Outcomes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3782015" y="8126087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509234" y="2082617"/>
            <a:ext cx="170434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47664" y="3139284"/>
            <a:ext cx="16511636" cy="64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2291" lvl="1" indent="-451146" algn="l">
              <a:lnSpc>
                <a:spcPts val="5015"/>
              </a:lnSpc>
              <a:buFont typeface="Arial"/>
              <a:buChar char="•"/>
            </a:pPr>
            <a:r>
              <a:rPr lang="en-US" sz="417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Successfully combined Task Management, Pomodoro Timer, Habit Tracker, SMART Planning, and AI Coaching into one cohesive desktop application.</a:t>
            </a:r>
          </a:p>
          <a:p>
            <a:pPr algn="just">
              <a:lnSpc>
                <a:spcPts val="5015"/>
              </a:lnSpc>
            </a:pPr>
            <a:endParaRPr lang="en-US" sz="4179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902291" lvl="1" indent="-451146" algn="just">
              <a:lnSpc>
                <a:spcPts val="5015"/>
              </a:lnSpc>
              <a:buFont typeface="Arial"/>
              <a:buChar char="•"/>
            </a:pPr>
            <a:r>
              <a:rPr lang="en-US" sz="417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Provides a user-friendly and efficient productivity solution</a:t>
            </a:r>
          </a:p>
          <a:p>
            <a:pPr algn="just">
              <a:lnSpc>
                <a:spcPts val="5015"/>
              </a:lnSpc>
            </a:pPr>
            <a:endParaRPr lang="en-US" sz="4179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902291" lvl="1" indent="-451146" algn="l">
              <a:lnSpc>
                <a:spcPts val="5015"/>
              </a:lnSpc>
              <a:buFont typeface="Arial"/>
              <a:buChar char="•"/>
            </a:pPr>
            <a:r>
              <a:rPr lang="en-US" sz="417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Demonstrated practical AI integration using free Pollinations AI — no paid API key — with an offline fallback system for reliability.</a:t>
            </a:r>
          </a:p>
          <a:p>
            <a:pPr algn="just">
              <a:lnSpc>
                <a:spcPts val="5015"/>
              </a:lnSpc>
              <a:spcBef>
                <a:spcPct val="0"/>
              </a:spcBef>
            </a:pPr>
            <a:endParaRPr lang="en-US" sz="4179">
              <a:solidFill>
                <a:srgbClr val="2B2B2B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37766" y="159703"/>
            <a:ext cx="641246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911263" y="4219178"/>
            <a:ext cx="8465475" cy="1848644"/>
            <a:chOff x="0" y="0"/>
            <a:chExt cx="11287299" cy="2464859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0"/>
              <a:ext cx="11287299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</Words>
  <Application>Microsoft Office PowerPoint</Application>
  <PresentationFormat>Custom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Agrandir</vt:lpstr>
      <vt:lpstr>Canva Sans Bold</vt:lpstr>
      <vt:lpstr>Arial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DC&amp;CN</dc:title>
  <dc:creator>Meet</dc:creator>
  <cp:lastModifiedBy>Meet Solanki</cp:lastModifiedBy>
  <cp:revision>3</cp:revision>
  <dcterms:created xsi:type="dcterms:W3CDTF">2006-08-16T00:00:00Z</dcterms:created>
  <dcterms:modified xsi:type="dcterms:W3CDTF">2026-08-05T14:30:57Z</dcterms:modified>
  <dc:identifier>DAGuTOI9L8s</dc:identifier>
</cp:coreProperties>
</file>